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256FD-0819-4C5B-9368-6B2DC3E4BF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0232" y="2404534"/>
            <a:ext cx="9208167" cy="1646302"/>
          </a:xfrm>
        </p:spPr>
        <p:txBody>
          <a:bodyPr/>
          <a:lstStyle/>
          <a:p>
            <a:r>
              <a:rPr lang="en-US" dirty="0"/>
              <a:t>HCL KNOWLEDGE ASSISTANT</a:t>
            </a:r>
            <a:endParaRPr lang="en-A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E25C28-8EAB-4986-9F45-634C2F04B9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Presented by: B.V.S.S  AKHIL</a:t>
            </a:r>
          </a:p>
          <a:p>
            <a:r>
              <a:rPr lang="en-US" dirty="0"/>
              <a:t> Day 10 - AI Internship Capstone Project</a:t>
            </a:r>
          </a:p>
          <a:p>
            <a:r>
              <a:rPr lang="en-US" dirty="0"/>
              <a:t> February 2025</a:t>
            </a:r>
            <a:endParaRPr lang="en-AS" dirty="0"/>
          </a:p>
        </p:txBody>
      </p:sp>
    </p:spTree>
    <p:extLst>
      <p:ext uri="{BB962C8B-B14F-4D97-AF65-F5344CB8AC3E}">
        <p14:creationId xmlns:p14="http://schemas.microsoft.com/office/powerpoint/2010/main" val="3554547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7FFEA-D9BE-42FA-8636-7EBEF58A7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  <a:endParaRPr lang="en-A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EF72D-81F8-4D15-AC5D-A1B6A2312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074821"/>
            <a:ext cx="8596668" cy="496654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1. Problem Statement</a:t>
            </a:r>
          </a:p>
          <a:p>
            <a:pPr marL="0" indent="0">
              <a:buNone/>
            </a:pPr>
            <a:r>
              <a:rPr lang="en-US" dirty="0"/>
              <a:t>3. System Architecture</a:t>
            </a:r>
          </a:p>
          <a:p>
            <a:pPr marL="0" indent="0">
              <a:buNone/>
            </a:pPr>
            <a:r>
              <a:rPr lang="en-US" dirty="0"/>
              <a:t>4. Key Technologies</a:t>
            </a:r>
          </a:p>
          <a:p>
            <a:pPr marL="0" indent="0">
              <a:buNone/>
            </a:pPr>
            <a:r>
              <a:rPr lang="en-US" dirty="0"/>
              <a:t>5. Core Features</a:t>
            </a:r>
          </a:p>
          <a:p>
            <a:pPr marL="0" indent="0">
              <a:buNone/>
            </a:pPr>
            <a:r>
              <a:rPr lang="en-US" dirty="0"/>
              <a:t>6. Live Demonstration</a:t>
            </a:r>
          </a:p>
          <a:p>
            <a:pPr marL="0" indent="0">
              <a:buNone/>
            </a:pPr>
            <a:r>
              <a:rPr lang="en-US" dirty="0"/>
              <a:t>7. Technical Implementation</a:t>
            </a:r>
          </a:p>
          <a:p>
            <a:pPr marL="0" indent="0">
              <a:buNone/>
            </a:pPr>
            <a:r>
              <a:rPr lang="en-US" dirty="0"/>
              <a:t>8. Real-time Data Integration</a:t>
            </a:r>
          </a:p>
          <a:p>
            <a:pPr marL="0" indent="0">
              <a:buNone/>
            </a:pPr>
            <a:r>
              <a:rPr lang="en-US" dirty="0"/>
              <a:t>9. Security and deployment</a:t>
            </a:r>
            <a:endParaRPr lang="en-AS" dirty="0"/>
          </a:p>
        </p:txBody>
      </p:sp>
    </p:spTree>
    <p:extLst>
      <p:ext uri="{BB962C8B-B14F-4D97-AF65-F5344CB8AC3E}">
        <p14:creationId xmlns:p14="http://schemas.microsoft.com/office/powerpoint/2010/main" val="1094686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66005-FD79-4549-B316-0677D6EF1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352926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STATEMENT</a:t>
            </a:r>
            <a:endParaRPr lang="en-A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1AF0B-CA1C-48E4-8204-EC8CBC819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83369"/>
            <a:ext cx="8596668" cy="475799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A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🤖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HCL KNOWLEDGE ASSISTANT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 AI system that provides: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A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Answers (1-3 seconds)</a:t>
            </a:r>
          </a:p>
          <a:p>
            <a:pPr marL="0" indent="0">
              <a:buNone/>
            </a:pPr>
            <a:r>
              <a:rPr lang="en-A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24/7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</a:t>
            </a:r>
          </a:p>
          <a:p>
            <a:pPr marL="0" indent="0">
              <a:buNone/>
            </a:pPr>
            <a:r>
              <a:rPr lang="en-A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Information Sources</a:t>
            </a:r>
          </a:p>
          <a:p>
            <a:pPr marL="0" indent="0">
              <a:buNone/>
            </a:pPr>
            <a:r>
              <a:rPr lang="en-A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Integration</a:t>
            </a:r>
          </a:p>
          <a:p>
            <a:pPr marL="0" indent="0">
              <a:buNone/>
            </a:pPr>
            <a:r>
              <a:rPr lang="en-A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Interface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POWERED BY: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RAG (Retrieval-Augmented Generation)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Multi-Agent AI System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Real-time Data Feeds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Modern Web Technologies</a:t>
            </a:r>
            <a:endParaRPr lang="en-A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340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63B03-2C0E-4F59-BFC4-BDFC624B0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44379"/>
            <a:ext cx="8596668" cy="497305"/>
          </a:xfrm>
        </p:spPr>
        <p:txBody>
          <a:bodyPr>
            <a:normAutofit fontScale="90000"/>
          </a:bodyPr>
          <a:lstStyle/>
          <a:p>
            <a:r>
              <a:rPr lang="en-US" dirty="0"/>
              <a:t>SYSTEM ARCHITECTURE</a:t>
            </a:r>
            <a:endParaRPr lang="en-A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12AC15A-7C9F-4F1C-AEAC-01972D10D0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122819"/>
            <a:ext cx="8215653" cy="48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889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3466B-6D2A-4C6A-80F0-69B3F50D8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2296"/>
            <a:ext cx="8596668" cy="704342"/>
          </a:xfrm>
        </p:spPr>
        <p:txBody>
          <a:bodyPr>
            <a:normAutofit/>
          </a:bodyPr>
          <a:lstStyle/>
          <a:p>
            <a:r>
              <a:rPr lang="en-US" dirty="0"/>
              <a:t>KEY TECHNOLOGIES</a:t>
            </a:r>
            <a:endParaRPr lang="en-A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9E051-FD95-4DFE-A7C5-CDE6BD269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994611"/>
            <a:ext cx="10792771" cy="555056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A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💻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                                                                        FRONTEND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								- HTML5/CSS3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Python 3.11          								- JavaScript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(Llama 3.3)     							         - Responsive Design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&amp; DATA                                                                       INFRASTRUCTURE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RAG System           								- Docker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Multi-Agent          								-Docker Compose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yfinance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(Stocks)    								-Nginx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DuckDuckGo (Search)  							-SQLite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THESE CHOICES?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Fast performance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Modern &amp; scalable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Industry standard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Easy maintenance</a:t>
            </a:r>
            <a:endParaRPr lang="en-A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391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A76AA-434A-42C4-A1D5-83836C861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9811"/>
          </a:xfrm>
        </p:spPr>
        <p:txBody>
          <a:bodyPr/>
          <a:lstStyle/>
          <a:p>
            <a:r>
              <a:rPr lang="en-US" dirty="0"/>
              <a:t>CORE FEATURES</a:t>
            </a:r>
            <a:endParaRPr lang="en-A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FA31C-6152-48F8-B57A-ECA3B8391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24001"/>
            <a:ext cx="8596668" cy="4517362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QUERY MODES (RAG,AGENT,HYBRID)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DATA(Live HCL stock prices from NSE)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SEARCH(Current news &amp; information)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BASE (50+ HCL documents indexed)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ROUTING(AI chooses best information source)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ACCESS(JWT authentication &amp; CORS protection)</a:t>
            </a:r>
            <a:endParaRPr lang="en-A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621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9F191-3A3C-4904-8258-49E023D21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98358"/>
          </a:xfrm>
        </p:spPr>
        <p:txBody>
          <a:bodyPr/>
          <a:lstStyle/>
          <a:p>
            <a:r>
              <a:rPr lang="en-US" dirty="0"/>
              <a:t>LIVE DEMONSTRATION</a:t>
            </a:r>
            <a:endParaRPr lang="en-A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9AF0D-AEA2-4E3D-AED0-8218C42DB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20253"/>
            <a:ext cx="8596668" cy="442110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We'll demonstrate: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Process: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014C38-4DC0-497E-984D-309199CA4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124" y="2469065"/>
            <a:ext cx="8033529" cy="399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627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38AC6-841B-4FE4-A35F-5DA8482F6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68969"/>
            <a:ext cx="8596668" cy="567239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Different modes in project:</a:t>
            </a:r>
          </a:p>
          <a:p>
            <a:pPr marL="0" indent="0">
              <a:buNone/>
            </a:pPr>
            <a:endParaRPr lang="en-A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C77007-7ED3-4CDC-83C2-26FF32436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147" y="816636"/>
            <a:ext cx="8455855" cy="439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159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7466E-A792-4322-B42B-AADEA442F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97305"/>
            <a:ext cx="8596668" cy="554405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3.Rag model retrieval:</a:t>
            </a:r>
          </a:p>
          <a:p>
            <a:pPr marL="0" indent="0">
              <a:buNone/>
            </a:pPr>
            <a:endParaRPr lang="en-A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45D415-178F-4C3A-816D-49C7C89E3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051" y="947994"/>
            <a:ext cx="8596668" cy="509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915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D3B89-2670-49F7-B410-9626A3293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641685"/>
            <a:ext cx="8596668" cy="539967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4.Agent model retrieval:</a:t>
            </a:r>
          </a:p>
          <a:p>
            <a:pPr marL="0" indent="0">
              <a:buNone/>
            </a:pPr>
            <a:endParaRPr lang="en-A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71465D-BF98-4179-87C3-F5FCDD5D1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537" y="1181451"/>
            <a:ext cx="7475622" cy="539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308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DD9C6-C717-40A2-9C2F-26A19383C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53979"/>
          </a:xfrm>
        </p:spPr>
        <p:txBody>
          <a:bodyPr/>
          <a:lstStyle/>
          <a:p>
            <a:r>
              <a:rPr lang="en-US" dirty="0"/>
              <a:t>TECHNICAL DEEP DIVE</a:t>
            </a:r>
            <a:endParaRPr lang="en-A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6C81C-E06A-42B6-943A-F05E317D6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24001"/>
            <a:ext cx="8596668" cy="451736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RAG: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PREPARATION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PROCESSING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RETRIEVAL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GENERATION(Using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AGENTS: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Analysis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Selection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Execution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Formation</a:t>
            </a:r>
          </a:p>
        </p:txBody>
      </p:sp>
    </p:spTree>
    <p:extLst>
      <p:ext uri="{BB962C8B-B14F-4D97-AF65-F5344CB8AC3E}">
        <p14:creationId xmlns:p14="http://schemas.microsoft.com/office/powerpoint/2010/main" val="1468333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E5BCC-4EA8-44F4-B31C-F08DC0B5B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24589"/>
            <a:ext cx="8596668" cy="994611"/>
          </a:xfrm>
        </p:spPr>
        <p:txBody>
          <a:bodyPr>
            <a:normAutofit/>
          </a:bodyPr>
          <a:lstStyle/>
          <a:p>
            <a:r>
              <a:rPr lang="en-US" dirty="0"/>
              <a:t>REAL-TIME DATA INTEGRATION</a:t>
            </a:r>
            <a:endParaRPr lang="en-A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D29A9-B6CE-4EFF-9465-E25CE855D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19201"/>
            <a:ext cx="8596668" cy="482216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DATA SOURCES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HCL STOCK DATA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yfinance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SEARCH (DuckDuckGo)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FLOW: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Query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detects need for live data 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Calls appropriate tool 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Fetches real-time information 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with knowledge base 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synthesizes complete answer</a:t>
            </a:r>
            <a:endParaRPr lang="en-A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897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F0C4F-78D6-49FC-BF4B-AE2FB1050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37882"/>
          </a:xfrm>
        </p:spPr>
        <p:txBody>
          <a:bodyPr>
            <a:normAutofit fontScale="90000"/>
          </a:bodyPr>
          <a:lstStyle/>
          <a:p>
            <a:r>
              <a:rPr lang="en-US" dirty="0"/>
              <a:t>SECURITY AND DEPLOYMENT</a:t>
            </a:r>
            <a:endParaRPr lang="en-A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58FE6-DBF9-4B3B-AC60-435F8526F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10235"/>
            <a:ext cx="8596668" cy="52443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PROTECTION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docker for deployment (ONE-COMMAND DEPLOYMENT: $ docker-compose up -d )</a:t>
            </a:r>
          </a:p>
          <a:p>
            <a:pPr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backend container </a:t>
            </a:r>
          </a:p>
          <a:p>
            <a:pPr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frontend container </a:t>
            </a:r>
          </a:p>
          <a:p>
            <a:pPr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network</a:t>
            </a:r>
          </a:p>
          <a:p>
            <a:pPr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Starts services </a:t>
            </a:r>
          </a:p>
          <a:p>
            <a:pPr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health checks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Application ready!</a:t>
            </a:r>
          </a:p>
        </p:txBody>
      </p:sp>
    </p:spTree>
    <p:extLst>
      <p:ext uri="{BB962C8B-B14F-4D97-AF65-F5344CB8AC3E}">
        <p14:creationId xmlns:p14="http://schemas.microsoft.com/office/powerpoint/2010/main" val="470118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ofessional Thank You Stock Photos ...">
            <a:extLst>
              <a:ext uri="{FF2B5EF4-FFF2-40B4-BE49-F238E27FC236}">
                <a16:creationId xmlns:a16="http://schemas.microsoft.com/office/drawing/2014/main" id="{78F0D9F0-89EF-4F42-8DD7-09DF5D5F2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988" y="654423"/>
            <a:ext cx="8722659" cy="5405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103647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38</TotalTime>
  <Words>446</Words>
  <Application>Microsoft Office PowerPoint</Application>
  <PresentationFormat>Widescreen</PresentationFormat>
  <Paragraphs>102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Times New Roman</vt:lpstr>
      <vt:lpstr>Trebuchet MS</vt:lpstr>
      <vt:lpstr>Wingdings 3</vt:lpstr>
      <vt:lpstr>Facet</vt:lpstr>
      <vt:lpstr>HCL KNOWLEDGE ASSISTANT</vt:lpstr>
      <vt:lpstr>Table Of Contents</vt:lpstr>
      <vt:lpstr>PROBLEM STATEMENT</vt:lpstr>
      <vt:lpstr>SYSTEM ARCHITECTURE</vt:lpstr>
      <vt:lpstr>KEY TECHNOLOGIES</vt:lpstr>
      <vt:lpstr>CORE FEATURES</vt:lpstr>
      <vt:lpstr>LIVE DEMONSTRATION</vt:lpstr>
      <vt:lpstr>PowerPoint Presentation</vt:lpstr>
      <vt:lpstr>PowerPoint Presentation</vt:lpstr>
      <vt:lpstr>PowerPoint Presentation</vt:lpstr>
      <vt:lpstr>TECHNICAL DEEP DIVE</vt:lpstr>
      <vt:lpstr>REAL-TIME DATA INTEGRATION</vt:lpstr>
      <vt:lpstr>SECURITY AND DEPLOYMENT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HCL KNOWLEDGE ASSISTANT</dc:title>
  <dc:creator>shanmukha akhil</dc:creator>
  <cp:lastModifiedBy>shanmukha akhil</cp:lastModifiedBy>
  <cp:revision>5</cp:revision>
  <dcterms:created xsi:type="dcterms:W3CDTF">2026-02-13T10:15:26Z</dcterms:created>
  <dcterms:modified xsi:type="dcterms:W3CDTF">2026-02-13T10:53:42Z</dcterms:modified>
</cp:coreProperties>
</file>